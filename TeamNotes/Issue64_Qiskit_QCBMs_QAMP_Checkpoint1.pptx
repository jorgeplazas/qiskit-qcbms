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962" r:id="rId1"/>
  </p:sldMasterIdLst>
  <p:notesMasterIdLst>
    <p:notesMasterId r:id="rId11"/>
  </p:notesMasterIdLst>
  <p:handoutMasterIdLst>
    <p:handoutMasterId r:id="rId12"/>
  </p:handoutMasterIdLst>
  <p:sldIdLst>
    <p:sldId id="2147482940" r:id="rId2"/>
    <p:sldId id="2147482924" r:id="rId3"/>
    <p:sldId id="2147482942" r:id="rId4"/>
    <p:sldId id="2147482947" r:id="rId5"/>
    <p:sldId id="2147482943" r:id="rId6"/>
    <p:sldId id="2147482946" r:id="rId7"/>
    <p:sldId id="2147482944" r:id="rId8"/>
    <p:sldId id="2147482945" r:id="rId9"/>
    <p:sldId id="2147482926" r:id="rId10"/>
  </p:sldIdLst>
  <p:sldSz cx="24387175" cy="13716000"/>
  <p:notesSz cx="6858000" cy="9144000"/>
  <p:defaultTextStyle>
    <a:defPPr>
      <a:defRPr lang="en-US"/>
    </a:defPPr>
    <a:lvl1pPr marL="0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68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937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406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875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344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813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282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751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ZA" lastIdx="26" clrIdx="0">
    <p:extLst>
      <p:ext uri="{19B8F6BF-5375-455C-9EA6-DF929625EA0E}">
        <p15:presenceInfo xmlns:p15="http://schemas.microsoft.com/office/powerpoint/2012/main" userId="S::zanderson@vsapartners.com::b6da4b55-2f36-4779-ba8b-606d779a32e3" providerId="AD"/>
      </p:ext>
    </p:extLst>
  </p:cmAuthor>
  <p:cmAuthor id="2" name="Liz Sadler" initials="LS" lastIdx="36" clrIdx="1">
    <p:extLst>
      <p:ext uri="{19B8F6BF-5375-455C-9EA6-DF929625EA0E}">
        <p15:presenceInfo xmlns:p15="http://schemas.microsoft.com/office/powerpoint/2012/main" userId="Liz Sad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A60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69"/>
    <p:restoredTop sz="66667"/>
  </p:normalViewPr>
  <p:slideViewPr>
    <p:cSldViewPr snapToGrid="0" snapToObjects="1">
      <p:cViewPr varScale="1">
        <p:scale>
          <a:sx n="40" d="100"/>
          <a:sy n="40" d="100"/>
        </p:scale>
        <p:origin x="2044" y="260"/>
      </p:cViewPr>
      <p:guideLst/>
    </p:cSldViewPr>
  </p:slideViewPr>
  <p:outlineViewPr>
    <p:cViewPr>
      <p:scale>
        <a:sx n="33" d="100"/>
        <a:sy n="33" d="100"/>
      </p:scale>
      <p:origin x="-56" y="0"/>
    </p:cViewPr>
  </p:outlineViewPr>
  <p:notesTextViewPr>
    <p:cViewPr>
      <p:scale>
        <a:sx n="155" d="100"/>
        <a:sy n="15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 smtClean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charset="0"/>
                <a:cs typeface="IBM Plex Sans Light" charset="0"/>
              </a:rPr>
              <a:pPr algn="l"/>
              <a:t>‹#›</a:t>
            </a:fld>
            <a:endParaRPr lang="en-US" sz="600">
              <a:solidFill>
                <a:schemeClr val="bg1"/>
              </a:solidFill>
              <a:latin typeface="IBM Plex Sans Light" panose="020B0503050203000203" pitchFamily="34" charset="0"/>
              <a:ea typeface="IBM Plex Sans Light" charset="0"/>
              <a:cs typeface="IBM Plex Sans Light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>
                <a:solidFill>
                  <a:schemeClr val="bg1"/>
                </a:solidFill>
                <a:latin typeface="IBM Plex Sans Light" panose="020B0503050203000203" pitchFamily="34" charset="0"/>
                <a:ea typeface="IBM Plex Sans Light" charset="0"/>
                <a:cs typeface="IBM Plex Sans Light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6710" y="228600"/>
            <a:ext cx="6419088" cy="3612324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06710" y="4087090"/>
            <a:ext cx="6419088" cy="4320309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021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600" b="0" i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panose="020B0503050203000203" pitchFamily="34" charset="0"/>
                <a:cs typeface="IBM Plex Sans Light" panose="020B0503050203000203" pitchFamily="34" charset="0"/>
              </a:defRPr>
            </a:lvl1pPr>
          </a:lstStyle>
          <a:p>
            <a:fld id="{6E2E38B8-B0B4-AD41-AC6E-B781F46A9FD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1945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panose="020B0503050203000203" pitchFamily="34" charset="0"/>
                <a:cs typeface="IBM Plex Sans Light" panose="020B0503050203000203" pitchFamily="34" charset="0"/>
              </a:defRPr>
            </a:lvl1pPr>
          </a:lstStyle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2438522" rtl="0" eaLnBrk="1" latinLnBrk="0" hangingPunct="1">
      <a:lnSpc>
        <a:spcPct val="110000"/>
      </a:lnSpc>
      <a:spcBef>
        <a:spcPts val="0"/>
      </a:spcBef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1pPr>
    <a:lvl2pPr marL="465690" indent="-452991" algn="l" defTabSz="2438522" rtl="0" eaLnBrk="1" latinLnBrk="0" hangingPunct="1">
      <a:lnSpc>
        <a:spcPct val="110000"/>
      </a:lnSpc>
      <a:spcBef>
        <a:spcPts val="0"/>
      </a:spcBef>
      <a:buFont typeface="IBM Plex Sans"/>
      <a:buChar char="–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2pPr>
    <a:lvl3pPr marL="926638" indent="-463319" algn="l" defTabSz="2438522" rtl="0" eaLnBrk="1" latinLnBrk="0" hangingPunct="1">
      <a:lnSpc>
        <a:spcPct val="110000"/>
      </a:lnSpc>
      <a:spcBef>
        <a:spcPts val="0"/>
      </a:spcBef>
      <a:buFont typeface="IBM Plex Sans Light" panose="020B0604020202020204" pitchFamily="34" charset="0"/>
      <a:buChar char="•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3pPr>
    <a:lvl4pPr marL="1682580" indent="-463319" algn="l" defTabSz="2438522" rtl="0" eaLnBrk="1" latinLnBrk="0" hangingPunct="1">
      <a:lnSpc>
        <a:spcPct val="110000"/>
      </a:lnSpc>
      <a:spcBef>
        <a:spcPts val="0"/>
      </a:spcBef>
      <a:buFont typeface="IBM Plex Sans Light"/>
      <a:buChar char="–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4pPr>
    <a:lvl5pPr marL="465690" marR="0" indent="-452991" algn="l" defTabSz="2438522" rtl="0" eaLnBrk="1" fontAlgn="base" latinLnBrk="0" hangingPunct="1">
      <a:lnSpc>
        <a:spcPct val="100000"/>
      </a:lnSpc>
      <a:spcBef>
        <a:spcPts val="1600"/>
      </a:spcBef>
      <a:spcAft>
        <a:spcPct val="0"/>
      </a:spcAft>
      <a:buClr>
        <a:srgbClr val="000000"/>
      </a:buClr>
      <a:buSzTx/>
      <a:buFont typeface="IBM Plex Sans Light" charset="-120"/>
      <a:buChar char="»"/>
      <a:tabLst/>
      <a:defRPr sz="20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5pPr>
    <a:lvl6pPr marL="6096305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6pPr>
    <a:lvl7pPr marL="7315566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7pPr>
    <a:lvl8pPr marL="8534827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8pPr>
    <a:lvl9pPr marL="9754088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2200969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22742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0939872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2F013-91D2-C0B1-7A9C-8E62F6868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D5641E-2B23-5E2B-3436-A6AEE96470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BD6C37-6096-1032-C34F-A70D523656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25843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0B0BC-95D1-A7B7-415A-ABD91E0FA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CB501E-A756-77B0-D312-3C8C9B64E1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7DCD22-5292-783B-52AC-21118F61A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4FC497-B61E-CD64-6C6B-379F7ECB85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6BE62-D9BA-9532-15BB-4191FF11CF2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7030759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971D0-EB4D-6730-9A47-616ABE4C9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F9EAD9-6F01-8A6C-B2AD-C9497392DF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DB4F44-D6A8-7320-0173-652234EF8D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47880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1EF7E-CD49-E588-86EE-A709E6641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6629FB-F545-DF13-933D-1DEB5730A9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F968F6-E94C-ED3C-E54F-1E61FB55F2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5B0074-B9C5-E8B7-FD84-8D4F8E69B4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398E3-6444-EC94-8669-7AA930DD621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7332013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913CF-53DD-B4DC-7EFA-D4D04336A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271AF8-D541-AA29-2109-81104993C5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F5E2C-B2ED-96FF-B40C-4C0AA32594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55136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421031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 descr="Place imagery here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24387175" cy="12001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50588" cy="6288087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2" y="12088368"/>
            <a:ext cx="4937887" cy="1143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084739"/>
            <a:ext cx="4937887" cy="1143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pic>
        <p:nvPicPr>
          <p:cNvPr id="8" name="Picture 7" descr="IBM 8-bar logo">
            <a:extLst>
              <a:ext uri="{FF2B5EF4-FFF2-40B4-BE49-F238E27FC236}">
                <a16:creationId xmlns:a16="http://schemas.microsoft.com/office/drawing/2014/main" id="{418F6040-10C6-A4A5-7C1E-09A9F553C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79951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795180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50589" cy="4573587"/>
          </a:xfrm>
        </p:spPr>
        <p:txBody>
          <a:bodyPr/>
          <a:lstStyle>
            <a:lvl1pPr>
              <a:lnSpc>
                <a:spcPct val="100000"/>
              </a:lnSpc>
              <a:defRPr sz="8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D1A09496-D938-6EB1-106C-48C5E423EA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79951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878651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50588" cy="4573587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6072" y="12463272"/>
            <a:ext cx="11050588" cy="762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6C5E26C6-9CEF-2A61-0C64-FAACB68F53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79951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174950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0101072" cy="10479087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500" y="569913"/>
            <a:ext cx="11049000" cy="12574587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pic>
        <p:nvPicPr>
          <p:cNvPr id="9" name="Picture 8" descr="IBM 8-bar logo">
            <a:extLst>
              <a:ext uri="{FF2B5EF4-FFF2-40B4-BE49-F238E27FC236}">
                <a16:creationId xmlns:a16="http://schemas.microsoft.com/office/drawing/2014/main" id="{735CD4FC-3A11-28F6-09EF-9089FE9596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7850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61400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576072"/>
            <a:ext cx="10099675" cy="571500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1527048"/>
            <a:ext cx="10099675" cy="9337675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500" y="569913"/>
            <a:ext cx="11049000" cy="12574587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EEE0A3D1-7815-E46E-77D1-E2DC099B47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7850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209367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4956175" cy="4573587"/>
          </a:xfrm>
        </p:spPr>
        <p:txBody>
          <a:bodyPr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3500" y="569913"/>
            <a:ext cx="4953000" cy="11431587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862675" y="569913"/>
            <a:ext cx="4949825" cy="11431587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28AA764-A00C-AFFF-7F3F-49A733DCD4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303940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50588" cy="2859087"/>
          </a:xfrm>
        </p:spPr>
        <p:txBody>
          <a:bodyPr rIns="457200"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289B0F8-E9A7-CF76-E87F-8D4302E8DA4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A4B74093-A800-CB62-8607-A04D569204E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839104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675" y="420624"/>
            <a:ext cx="17141825" cy="8191500"/>
          </a:xfrm>
        </p:spPr>
        <p:txBody>
          <a:bodyPr/>
          <a:lstStyle>
            <a:lvl1pPr>
              <a:defRPr sz="17200" b="0" i="0">
                <a:solidFill>
                  <a:schemeClr val="tx2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C591478-AD3F-2EF7-29A4-36A887DC195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76697187-0170-8894-23C9-28F80A0C3B2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80837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9909175" cy="2859087"/>
          </a:xfrm>
        </p:spPr>
        <p:txBody>
          <a:bodyPr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7252" y="448056"/>
            <a:ext cx="11042073" cy="8574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1pPr>
            <a:lvl2pPr marL="585216" indent="-585216"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2pPr>
            <a:lvl3pPr marL="1097280" indent="-585216"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3pPr>
            <a:lvl4pPr marL="1755648"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E5947E-6D4A-9E09-E5A6-D31DBCAEE2C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82E6DCD-41A5-9DA3-C061-E8DA39B9905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06079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420624"/>
            <a:ext cx="14662150" cy="9717087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FCFA7EA-8E9F-E01B-AB9C-B7BE7D3D11E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12510822-3D1B-0CFC-3FF0-1E55DA550F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603199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2" y="576072"/>
            <a:ext cx="7623175" cy="6288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6072" y="9299448"/>
            <a:ext cx="11050588" cy="354330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800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↗︎00M</a:t>
            </a:r>
          </a:p>
        </p:txBody>
      </p:sp>
      <p:cxnSp>
        <p:nvCxnSpPr>
          <p:cNvPr id="9" name="Straight Connector 8" descr="Vertical column divider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/>
          <p:nvPr userDrawn="1"/>
        </p:nvCxnSpPr>
        <p:spPr bwMode="auto">
          <a:xfrm>
            <a:off x="12193587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3500" y="576072"/>
            <a:ext cx="7620000" cy="6288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63500" y="9296400"/>
            <a:ext cx="11049000" cy="354330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800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+00%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F3E002C-97C5-3260-CB49-7E93DF3397C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160DC6C8-AF18-F14B-A164-C49B271F59A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478196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8590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429768"/>
            <a:ext cx="4951413" cy="1907912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2333068"/>
            <a:ext cx="4951413" cy="967304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768263" y="426481"/>
            <a:ext cx="4949825" cy="1906588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2334654"/>
            <a:ext cx="4953000" cy="966684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859500" y="429654"/>
            <a:ext cx="4949825" cy="1903413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2333067"/>
            <a:ext cx="4953000" cy="966684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2042775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5DBF980-9C8F-3F7A-E896-C207BA2781B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5A7B871-06B9-0A3F-4D1D-A14D572C26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368050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675" y="402336"/>
            <a:ext cx="4949825" cy="5335588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402336"/>
            <a:ext cx="11049000" cy="53355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/>
          <p:nvPr userDrawn="1"/>
        </p:nvCxnSpPr>
        <p:spPr bwMode="auto">
          <a:xfrm>
            <a:off x="568325" y="609600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4675" y="6477000"/>
            <a:ext cx="4949825" cy="5334000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+000M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67500" y="6477000"/>
            <a:ext cx="11049000" cy="533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837D060-1DA4-2AC5-AC63-E1AFDD16370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3EE9E1A-5619-752E-836B-A127FD2C7D7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764434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8590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411480"/>
            <a:ext cx="4951413" cy="2859087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76072"/>
            <a:ext cx="7620000" cy="2859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7" name="Straight Connector 16" descr="Horizontal row divider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6667500" y="4000500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7500" y="4187952"/>
            <a:ext cx="4951413" cy="2857506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4381500"/>
            <a:ext cx="7620000" cy="2857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5" name="Straight Connector 14" descr="Horizontal row divider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6667500" y="8191500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67501" y="8403336"/>
            <a:ext cx="4951411" cy="2857506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8572500"/>
            <a:ext cx="7620000" cy="2857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2042775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5C67502-D618-DC10-9CCC-905693ABB58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022EFDDC-A614-EFF6-CE30-E60F4DB9F75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111609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3429000"/>
            <a:ext cx="4956175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429000"/>
            <a:ext cx="495300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3429000"/>
            <a:ext cx="495935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BB77C83-5304-5E09-3590-D4337DA42A4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78A9E4F-B41B-2A68-ED74-D619432AAB2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313497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7500" y="576072"/>
            <a:ext cx="4956175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239EA8E-6B4C-405F-E7F6-ABB450E0710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9437" y="3429000"/>
            <a:ext cx="4951413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3429000"/>
            <a:ext cx="0" cy="857250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21" name="Straight Connector 20" descr="Vertical column divider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12188952" y="3429000"/>
            <a:ext cx="0" cy="8577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429000"/>
            <a:ext cx="49530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22" name="Straight Connector 21" descr="Vertical column divider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18288000" y="3429000"/>
            <a:ext cx="0" cy="8577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3429000"/>
            <a:ext cx="495935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9EE7B3-BC6A-6676-8FA2-607F9B08DA3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DB52D7E1-3828-A1B9-9239-637B1E2A543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310234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/>
          <p:nvPr userDrawn="1"/>
        </p:nvCxnSpPr>
        <p:spPr bwMode="auto">
          <a:xfrm>
            <a:off x="6096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7500" y="576072"/>
            <a:ext cx="4956175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429000"/>
            <a:ext cx="495300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3429000"/>
            <a:ext cx="495935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3F3A850-F28F-F30E-5505-EA11791B052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B96005D4-0874-989F-217D-8A2592F81D5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707034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097087"/>
          </a:xfrm>
        </p:spPr>
        <p:txBody>
          <a:bodyPr/>
          <a:lstStyle>
            <a:lvl1pPr>
              <a:lnSpc>
                <a:spcPct val="11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3429000"/>
            <a:ext cx="4956175" cy="40005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 descr="Vertical column divider">
            <a:extLst>
              <a:ext uri="{FF2B5EF4-FFF2-40B4-BE49-F238E27FC236}">
                <a16:creationId xmlns:a16="http://schemas.microsoft.com/office/drawing/2014/main" id="{4D695107-5427-4D2D-F88F-89BA74127CBF}"/>
              </a:ext>
            </a:extLst>
          </p:cNvPr>
          <p:cNvCxnSpPr/>
          <p:nvPr userDrawn="1"/>
        </p:nvCxnSpPr>
        <p:spPr bwMode="auto">
          <a:xfrm>
            <a:off x="6096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Picture Placeholder 13" descr="Place pictogram here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67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43B07B4A-5DB5-8126-EA79-502787053E82}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Picture Placeholder 13" descr="Place pictogram here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76353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8031" y="3429000"/>
            <a:ext cx="494212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4D829559-0A72-8826-E06A-C6CCD39750A4}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Picture Placeholder 13" descr="Place pictogram here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8859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1" y="3429000"/>
            <a:ext cx="4952999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782CF-665F-3C56-698C-16112EB19B2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2A45AB7-102C-FBDF-94FD-99783B6A5A1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899409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4949825" cy="1141412"/>
          </a:xfrm>
        </p:spPr>
        <p:txBody>
          <a:bodyPr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5976" y="384048"/>
            <a:ext cx="4956175" cy="1141412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2800"/>
            </a:lvl2pPr>
            <a:lvl3pPr>
              <a:spcBef>
                <a:spcPts val="0"/>
              </a:spcBef>
              <a:defRPr sz="2800"/>
            </a:lvl3pPr>
            <a:lvl4pPr>
              <a:spcBef>
                <a:spcPts val="0"/>
              </a:spcBef>
              <a:defRPr sz="2800"/>
            </a:lvl4pPr>
            <a:lvl5pPr>
              <a:spcBef>
                <a:spcPts val="0"/>
              </a:spcBef>
              <a:defRPr sz="2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429000"/>
            <a:ext cx="10096500" cy="8572500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3B922-FA59-5165-48BF-0B57DFD6634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C3B405E-94D1-4A09-C6BF-A66D9CBEF63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649678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7424927" cy="19065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3429000"/>
            <a:ext cx="10099675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3429000"/>
            <a:ext cx="100965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A0F4B3-D63C-0D8F-2804-F97776F90E4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38EC09FB-402F-F3CE-E1D2-51583F1BCCF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945124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45825" cy="4573587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3500" y="576072"/>
            <a:ext cx="4953000" cy="11431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59500" y="576072"/>
            <a:ext cx="4953000" cy="11431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C7A51FE3-0F54-1487-47B4-164B5B802CA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821703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53000" cy="4573587"/>
          </a:xfr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3500" y="569913"/>
            <a:ext cx="4953000" cy="11431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59500" y="569913"/>
            <a:ext cx="4953000" cy="11431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745FF4F8-7F82-E9C2-8046-C791019E169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956051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39476" cy="4573587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3429000"/>
            <a:ext cx="49530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429000"/>
            <a:ext cx="49530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9BFC0CA6-CE6F-D94C-2967-FBF2240020C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70831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6" cy="4573587"/>
          </a:xfrm>
        </p:spPr>
        <p:txBody>
          <a:bodyPr rIns="0"/>
          <a:lstStyle>
            <a:lvl1pPr>
              <a:lnSpc>
                <a:spcPct val="10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3429000"/>
            <a:ext cx="49530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5850" y="3429000"/>
            <a:ext cx="49530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8CF1D655-1791-BEF3-D8AA-E589057E73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240754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4949825" cy="1141413"/>
          </a:xfrm>
        </p:spPr>
        <p:txBody>
          <a:bodyPr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1" y="384048"/>
            <a:ext cx="4956175" cy="1141412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2800"/>
            </a:lvl2pPr>
            <a:lvl3pPr>
              <a:lnSpc>
                <a:spcPct val="90000"/>
              </a:lnSpc>
              <a:spcBef>
                <a:spcPts val="0"/>
              </a:spcBef>
              <a:defRPr sz="2800"/>
            </a:lvl3pPr>
            <a:lvl4pPr>
              <a:lnSpc>
                <a:spcPct val="90000"/>
              </a:lnSpc>
              <a:spcBef>
                <a:spcPts val="0"/>
              </a:spcBef>
              <a:defRPr sz="2800"/>
            </a:lvl4pPr>
            <a:lvl5pPr>
              <a:lnSpc>
                <a:spcPct val="90000"/>
              </a:lnSpc>
              <a:spcBef>
                <a:spcPts val="0"/>
              </a:spcBef>
              <a:defRPr sz="2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202744BD-C7A4-D538-2E19-AA279C025A21}"/>
              </a:ext>
            </a:extLst>
          </p:cNvPr>
          <p:cNvCxnSpPr/>
          <p:nvPr userDrawn="1"/>
        </p:nvCxnSpPr>
        <p:spPr bwMode="auto">
          <a:xfrm>
            <a:off x="12188952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Picture Placeholder 4" descr="Place pictogram here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12763500" y="576072"/>
            <a:ext cx="1216152" cy="121446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638" y="3429000"/>
            <a:ext cx="495300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ADCE883F-3781-7F7E-8236-8BB5CEBAD77C}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 descr="Place pictogram here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8859500" y="576072"/>
            <a:ext cx="1217844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3638" y="3429000"/>
            <a:ext cx="495935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B96A2B-2DD4-AEBB-75C4-9215E33D266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FE28AB83-26B6-464D-000B-077BBC18861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412524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 descr="Place pictogram here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6072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2478024"/>
            <a:ext cx="6670675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00A530A6-2F26-DA70-D0D9-6DD90453CEC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2192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Picture Placeholder 14" descr="Place pictogram here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63500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2476500"/>
            <a:ext cx="666750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9C5483A0-0E31-72CE-21C3-6248FAEBC09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568325" y="609600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6" descr="Place pictogram here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6072" y="6473951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" y="8385048"/>
            <a:ext cx="6670676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9" name="Picture Placeholder 18" descr="Place pictogram here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63500" y="647700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1" y="8382000"/>
            <a:ext cx="666750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07BB90E-D2B7-D6BA-E8F5-B16C3F57F6F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FDDCE3A8-54F6-70FC-38D0-2AF2D8AB71E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496384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72" y="576072"/>
            <a:ext cx="4956175" cy="1141412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1682496"/>
            <a:ext cx="5715000" cy="2276856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5024" y="576072"/>
            <a:ext cx="495300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CE92126-B67C-8301-95D0-A821B8043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33241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72" y="576072"/>
            <a:ext cx="4956175" cy="448056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1527048"/>
            <a:ext cx="11044239" cy="2276856"/>
          </a:xfrm>
        </p:spPr>
        <p:txBody>
          <a:bodyPr rIns="457200"/>
          <a:lstStyle>
            <a:lvl1pPr>
              <a:lnSpc>
                <a:spcPct val="11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69913"/>
            <a:ext cx="495300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69913"/>
            <a:ext cx="495935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8351E8F-C586-866F-37A3-340B3DD347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810613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56175" cy="4573587"/>
          </a:xfrm>
        </p:spPr>
        <p:txBody>
          <a:bodyPr/>
          <a:lstStyle>
            <a:lvl1pPr>
              <a:lnSpc>
                <a:spcPct val="10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56832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3241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D0BCD34-4CA7-388C-5244-7DC8F9F36F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362297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50589" cy="4573587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56832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591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38163DF-77AB-875A-C8AC-2F8AEABFB85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828484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4573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65976" y="576072"/>
            <a:ext cx="495300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B1A268B-43F5-F600-93B7-6248877F5D3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69151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4BD59-9F51-7E32-8659-A763D0799EB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180E7AB4-F0E4-7C09-7FE7-9F182217FE0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056091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859087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24" name="Straight Connector 23" descr="Vertical column divider">
            <a:extLst>
              <a:ext uri="{FF2B5EF4-FFF2-40B4-BE49-F238E27FC236}">
                <a16:creationId xmlns:a16="http://schemas.microsoft.com/office/drawing/2014/main" id="{B5CBE6E3-0E18-8A57-578D-D314948AF14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6096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Picture Placeholder 15" descr="Place icon here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67500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333500"/>
            <a:ext cx="4951413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28" name="Straight Connector 27" descr="Vertical column divider">
            <a:extLst>
              <a:ext uri="{FF2B5EF4-FFF2-40B4-BE49-F238E27FC236}">
                <a16:creationId xmlns:a16="http://schemas.microsoft.com/office/drawing/2014/main" id="{52FF3B59-8BBA-8C99-9D4D-743723E434F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5" descr="Place icon here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63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1" y="1333500"/>
            <a:ext cx="4953000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27" name="Straight Connector 26" descr="Vertical column divider">
            <a:extLst>
              <a:ext uri="{FF2B5EF4-FFF2-40B4-BE49-F238E27FC236}">
                <a16:creationId xmlns:a16="http://schemas.microsoft.com/office/drawing/2014/main" id="{47200B05-7E36-4E03-3739-0BA9837646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Picture Placeholder 15" descr="Place icon here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8859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59501" y="1333500"/>
            <a:ext cx="4953000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23" name="Straight Connector 22" descr="Horizontal row divider">
            <a:extLst>
              <a:ext uri="{FF2B5EF4-FFF2-40B4-BE49-F238E27FC236}">
                <a16:creationId xmlns:a16="http://schemas.microsoft.com/office/drawing/2014/main" id="{252CDB94-BA57-B58F-95F0-D406FE34BB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177228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Picture Placeholder 15" descr="Place icon here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667500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7500" y="7429500"/>
            <a:ext cx="4951413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Picture Placeholder 15" descr="Place icon here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2763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763501" y="7429500"/>
            <a:ext cx="4951413" cy="379268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1" name="Picture Placeholder 15" descr="Place icon here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8859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859501" y="7429500"/>
            <a:ext cx="4953000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A430D6-E733-E611-E1EF-A795D0B0362A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A0B46D22-64E6-4222-F4E2-B807A7A1528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205542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39475" cy="3413126"/>
          </a:xfrm>
        </p:spPr>
        <p:txBody>
          <a:bodyPr rIns="457200"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F764036E-86AB-0893-B72B-200B84A6BCF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4675" y="609600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5681CC4-265E-A18C-1C70-60E527BC6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6072" y="6665976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0" cy="590550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234ED4-217E-BF9B-FDEE-0BE07F831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7500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58F0BD-A5CC-CECC-5230-86FB175FD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9573D61-18CF-FC91-A019-041D3206D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862675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5C7A71B-E65D-0A5D-606D-9F95D5AC6BE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51217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413126"/>
          </a:xfrm>
        </p:spPr>
        <p:txBody>
          <a:bodyPr rIns="0"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F764036E-86AB-0893-B72B-200B84A6BCF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4675" y="609600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5681CC4-265E-A18C-1C70-60E527BC6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0160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0" cy="590550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234ED4-217E-BF9B-FDEE-0BE07F831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7500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58F0BD-A5CC-CECC-5230-86FB175FD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9573D61-18CF-FC91-A019-041D3206D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862675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8DA00F4-B5C9-B0CB-71F8-ED123EAA68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12167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2" y="3429000"/>
            <a:ext cx="4956175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Picture Placeholder 10" descr="Place imagery here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63500" y="569913"/>
            <a:ext cx="11049000" cy="12574587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77F84A-1700-568D-FF6C-C74EAF713E1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</p:spTree>
    <p:extLst>
      <p:ext uri="{BB962C8B-B14F-4D97-AF65-F5344CB8AC3E}">
        <p14:creationId xmlns:p14="http://schemas.microsoft.com/office/powerpoint/2010/main" val="3224836230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" y="3429000"/>
            <a:ext cx="4956175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Picture Placeholder 11" descr="Place imagery here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0"/>
            <a:ext cx="18291175" cy="13716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3555959" y="12896848"/>
            <a:ext cx="256541" cy="254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154425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2" y="3429000"/>
            <a:ext cx="4956175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67500" y="565151"/>
            <a:ext cx="17151350" cy="1257934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C6A11-84D9-C1BA-F3C9-2E9D1A288B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</p:spTree>
    <p:extLst>
      <p:ext uri="{BB962C8B-B14F-4D97-AF65-F5344CB8AC3E}">
        <p14:creationId xmlns:p14="http://schemas.microsoft.com/office/powerpoint/2010/main" val="2327768506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24387174" cy="1371599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9F466-AC9D-B311-5655-93E326ED5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3555959" y="12896848"/>
            <a:ext cx="256541" cy="254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270910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68325" y="569913"/>
            <a:ext cx="23244175" cy="12580936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7694905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7" name="Picture Placeholder 7" descr="Place bio portrait here">
            <a:extLst>
              <a:ext uri="{FF2B5EF4-FFF2-40B4-BE49-F238E27FC236}">
                <a16:creationId xmlns:a16="http://schemas.microsoft.com/office/drawing/2014/main" id="{E889D859-F4A1-3E97-F05E-8D134A25B9F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76072" y="2667000"/>
            <a:ext cx="2473325" cy="2476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29000" y="2667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Picture Placeholder 7" descr="Place bio portrait here">
            <a:extLst>
              <a:ext uri="{FF2B5EF4-FFF2-40B4-BE49-F238E27FC236}">
                <a16:creationId xmlns:a16="http://schemas.microsoft.com/office/drawing/2014/main" id="{AB8510EE-4140-AEDB-B7AB-EF1D4B72D2A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76072" y="61214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29000" y="61214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Picture Placeholder 7" descr="Place bio portrait here">
            <a:extLst>
              <a:ext uri="{FF2B5EF4-FFF2-40B4-BE49-F238E27FC236}">
                <a16:creationId xmlns:a16="http://schemas.microsoft.com/office/drawing/2014/main" id="{3F048335-9A0B-2C1F-47A6-67051F20075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6072" y="95250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9000" y="9525001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3" name="Picture Placeholder 7" descr="Place bio portrait here">
            <a:extLst>
              <a:ext uri="{FF2B5EF4-FFF2-40B4-BE49-F238E27FC236}">
                <a16:creationId xmlns:a16="http://schemas.microsoft.com/office/drawing/2014/main" id="{F94AC7E0-2DC4-5DEB-8E1E-2F27996F98E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2757150" y="26670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617825" y="2667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9" name="Picture Placeholder 7" descr="Place bio portrait here">
            <a:extLst>
              <a:ext uri="{FF2B5EF4-FFF2-40B4-BE49-F238E27FC236}">
                <a16:creationId xmlns:a16="http://schemas.microsoft.com/office/drawing/2014/main" id="{A33F8C74-1D30-FEA9-4F3C-636531C8614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2757150" y="61214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5617825" y="61214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1" name="Picture Placeholder 7" descr="Place bio portrait here">
            <a:extLst>
              <a:ext uri="{FF2B5EF4-FFF2-40B4-BE49-F238E27FC236}">
                <a16:creationId xmlns:a16="http://schemas.microsoft.com/office/drawing/2014/main" id="{2E690121-61A1-708E-E5B8-5B65A668E628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2757150" y="95250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5617825" y="9525001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D83A84-CCD3-C297-7314-225B96D47D6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4870601-E9CA-9D0E-804F-2A7353CE534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719277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4573587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667500" y="569913"/>
            <a:ext cx="17145000" cy="11431587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table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8A8EE3-1224-3A4B-8A9E-611D8DCF629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989FA07-F7B7-BE4B-581F-7BE47BBA605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29029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72" y="384048"/>
            <a:ext cx="4956175" cy="2859087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59500" y="569913"/>
            <a:ext cx="4953000" cy="11431587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0270476-9FE1-F85E-6F9B-322B184D8FC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187956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704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BAFC9C6E-79FD-9BB8-F74D-EAA013319C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05039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72" y="384048"/>
            <a:ext cx="4956175" cy="2859087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63500" y="569913"/>
            <a:ext cx="4953000" cy="11431587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59500" y="569913"/>
            <a:ext cx="4953000" cy="11431587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81024" y="12804775"/>
            <a:ext cx="4956176" cy="381000"/>
          </a:xfrm>
        </p:spPr>
        <p:txBody>
          <a:bodyPr/>
          <a:lstStyle/>
          <a:p>
            <a:r>
              <a:rPr lang="en-US" dirty="0"/>
              <a:t>IBM Quantum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CAD686F0-BF95-1E62-61EC-96790733887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6161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5371" y="6168460"/>
            <a:ext cx="3456432" cy="137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38491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41592" y="12939014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576072" y="576072"/>
            <a:ext cx="22590125" cy="2651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rPr dirty="0"/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574675" y="3327399"/>
            <a:ext cx="22590125" cy="8669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Quantum</a:t>
            </a:r>
          </a:p>
        </p:txBody>
      </p:sp>
    </p:spTree>
    <p:extLst>
      <p:ext uri="{BB962C8B-B14F-4D97-AF65-F5344CB8AC3E}">
        <p14:creationId xmlns:p14="http://schemas.microsoft.com/office/powerpoint/2010/main" val="36690312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44" r:id="rId1"/>
    <p:sldLayoutId id="2147483904" r:id="rId2"/>
    <p:sldLayoutId id="2147483905" r:id="rId3"/>
    <p:sldLayoutId id="2147483901" r:id="rId4"/>
    <p:sldLayoutId id="2147483692" r:id="rId5"/>
    <p:sldLayoutId id="2147483906" r:id="rId6"/>
    <p:sldLayoutId id="2147483907" r:id="rId7"/>
    <p:sldLayoutId id="2147483910" r:id="rId8"/>
    <p:sldLayoutId id="2147483908" r:id="rId9"/>
    <p:sldLayoutId id="2147483909" r:id="rId10"/>
    <p:sldLayoutId id="2147483912" r:id="rId11"/>
    <p:sldLayoutId id="2147483914" r:id="rId12"/>
    <p:sldLayoutId id="2147483915" r:id="rId13"/>
    <p:sldLayoutId id="2147483913" r:id="rId14"/>
    <p:sldLayoutId id="2147483917" r:id="rId15"/>
    <p:sldLayoutId id="2147483942" r:id="rId16"/>
    <p:sldLayoutId id="2147483919" r:id="rId17"/>
    <p:sldLayoutId id="2147483929" r:id="rId18"/>
    <p:sldLayoutId id="2147483920" r:id="rId19"/>
    <p:sldLayoutId id="2147483930" r:id="rId20"/>
    <p:sldLayoutId id="2147483928" r:id="rId21"/>
    <p:sldLayoutId id="2147483948" r:id="rId22"/>
    <p:sldLayoutId id="2147483927" r:id="rId23"/>
    <p:sldLayoutId id="2147483950" r:id="rId24"/>
    <p:sldLayoutId id="2147483921" r:id="rId25"/>
    <p:sldLayoutId id="2147483916" r:id="rId26"/>
    <p:sldLayoutId id="2147483922" r:id="rId27"/>
    <p:sldLayoutId id="2147483953" r:id="rId28"/>
    <p:sldLayoutId id="2147483956" r:id="rId29"/>
    <p:sldLayoutId id="2147483923" r:id="rId30"/>
    <p:sldLayoutId id="2147483924" r:id="rId31"/>
    <p:sldLayoutId id="2147483926" r:id="rId32"/>
    <p:sldLayoutId id="2147483925" r:id="rId33"/>
    <p:sldLayoutId id="2147483959" r:id="rId34"/>
    <p:sldLayoutId id="2147483937" r:id="rId35"/>
    <p:sldLayoutId id="2147483932" r:id="rId36"/>
    <p:sldLayoutId id="2147483934" r:id="rId37"/>
    <p:sldLayoutId id="2147483935" r:id="rId38"/>
    <p:sldLayoutId id="2147483936" r:id="rId39"/>
    <p:sldLayoutId id="2147483938" r:id="rId40"/>
    <p:sldLayoutId id="2147483939" r:id="rId41"/>
    <p:sldLayoutId id="2147483940" r:id="rId42"/>
    <p:sldLayoutId id="2147483943" r:id="rId43"/>
    <p:sldLayoutId id="2147483960" r:id="rId44"/>
    <p:sldLayoutId id="2147483941" r:id="rId45"/>
  </p:sldLayoutIdLst>
  <p:transition spd="med"/>
  <p:hf hdr="0" dt="0"/>
  <p:txStyles>
    <p:titleStyle>
      <a:lvl1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IBM Plex Sans Light"/>
        </a:defRPr>
      </a:lvl1pPr>
      <a:lvl2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2pPr>
      <a:lvl3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3pPr>
      <a:lvl4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4pPr>
      <a:lvl5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0" marR="0" indent="362568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725139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108770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145027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marL="0" marR="0" indent="0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1pPr>
      <a:lvl2pPr marL="329184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2pPr>
      <a:lvl3pPr marL="658368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3pPr>
      <a:lvl4pPr marL="987552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4pPr>
      <a:lvl5pPr marL="1143000" marR="0" indent="-457200" algn="l" defTabSz="2438400" rtl="0" eaLnBrk="1" latinLnBrk="0" hangingPunct="1">
        <a:lnSpc>
          <a:spcPct val="110000"/>
        </a:lnSpc>
        <a:spcBef>
          <a:spcPts val="29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184306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2205631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256820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2930769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34299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685982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1028974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1371965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1714956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2057948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240094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274393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0F62FE"/>
          </p15:clr>
        </p15:guide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7" orient="horz" pos="2160">
          <p15:clr>
            <a:srgbClr val="0F62FE"/>
          </p15:clr>
        </p15:guide>
        <p15:guide id="19" orient="horz" pos="3240">
          <p15:clr>
            <a:srgbClr val="EE5396"/>
          </p15:clr>
        </p15:guide>
        <p15:guide id="20" orient="horz" pos="1080" userDrawn="1">
          <p15:clr>
            <a:srgbClr val="EE5396"/>
          </p15:clr>
        </p15:guide>
        <p15:guide id="21" orient="horz" pos="364">
          <p15:clr>
            <a:srgbClr val="EE5396"/>
          </p15:clr>
        </p15:guide>
        <p15:guide id="22" orient="horz" pos="5400">
          <p15:clr>
            <a:srgbClr val="EE5396"/>
          </p15:clr>
        </p15:guide>
        <p15:guide id="24" orient="horz" pos="7557">
          <p15:clr>
            <a:srgbClr val="EE5396"/>
          </p15:clr>
        </p15:guide>
        <p15:guide id="25" orient="horz" pos="8273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28" orient="horz" pos="6480">
          <p15:clr>
            <a:srgbClr val="0F62FE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F397CE-182E-F598-FF86-5763C1659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6982968" cy="1525588"/>
          </a:xfrm>
        </p:spPr>
        <p:txBody>
          <a:bodyPr/>
          <a:lstStyle/>
          <a:p>
            <a:r>
              <a:rPr lang="en-US" sz="6600" dirty="0">
                <a:latin typeface="+mj-lt"/>
              </a:rPr>
              <a:t>QAMP 2025</a:t>
            </a:r>
            <a:br>
              <a:rPr lang="en-US" sz="6600" dirty="0">
                <a:latin typeface="+mj-lt"/>
              </a:rPr>
            </a:br>
            <a:r>
              <a:rPr lang="en-US" sz="6600" dirty="0" err="1">
                <a:latin typeface="+mj-lt"/>
              </a:rPr>
              <a:t>Qiskit</a:t>
            </a:r>
            <a:r>
              <a:rPr lang="en-US" sz="6600" dirty="0">
                <a:latin typeface="+mj-lt"/>
              </a:rPr>
              <a:t>-QCBMs</a:t>
            </a:r>
            <a:br>
              <a:rPr lang="en-US" sz="6600" dirty="0"/>
            </a:br>
            <a:r>
              <a:rPr lang="en-US" sz="6600" dirty="0"/>
              <a:t>#64</a:t>
            </a:r>
            <a:br>
              <a:rPr lang="en-US" sz="6600" dirty="0"/>
            </a:br>
            <a:endParaRPr lang="en-US" sz="6600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BB99810A-CC4C-3160-2856-E86BB65B55E6}"/>
              </a:ext>
            </a:extLst>
          </p:cNvPr>
          <p:cNvSpPr txBox="1">
            <a:spLocks/>
          </p:cNvSpPr>
          <p:nvPr/>
        </p:nvSpPr>
        <p:spPr>
          <a:xfrm>
            <a:off x="568325" y="6858000"/>
            <a:ext cx="9522732" cy="1222512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1829379" rtl="0" eaLnBrk="1" latinLnBrk="0" hangingPunct="1">
              <a:defRPr sz="1600" b="0" i="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91468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9379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406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8759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3447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813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2827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751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00000"/>
                </a:solidFill>
                <a:effectLst/>
                <a:latin typeface="IBM Plex Sans Medm" panose="020B0503050203000203" pitchFamily="34" charset="0"/>
              </a:rPr>
              <a:t>Speaker name: </a:t>
            </a:r>
            <a:r>
              <a:rPr lang="en-US" sz="2800" dirty="0" err="1">
                <a:solidFill>
                  <a:srgbClr val="000000"/>
                </a:solidFill>
                <a:latin typeface="IBM Plex Sans Medm" panose="020B0503050203000203" pitchFamily="34" charset="0"/>
              </a:rPr>
              <a:t>Debshata</a:t>
            </a:r>
            <a:r>
              <a:rPr lang="en-US" sz="2800" dirty="0">
                <a:solidFill>
                  <a:srgbClr val="000000"/>
                </a:solidFill>
                <a:latin typeface="IBM Plex Sans Medm" panose="020B0503050203000203" pitchFamily="34" charset="0"/>
              </a:rPr>
              <a:t> Choudhury</a:t>
            </a:r>
            <a:br>
              <a:rPr lang="en-US" sz="2800" dirty="0">
                <a:solidFill>
                  <a:srgbClr val="000000"/>
                </a:solidFill>
                <a:effectLst/>
                <a:latin typeface="+mj-lt"/>
              </a:rPr>
            </a:br>
            <a:r>
              <a:rPr lang="en-US" sz="2800" dirty="0">
                <a:solidFill>
                  <a:srgbClr val="000000"/>
                </a:solidFill>
                <a:effectLst/>
                <a:latin typeface="+mj-lt"/>
              </a:rPr>
              <a:t>Team members: </a:t>
            </a:r>
            <a:r>
              <a:rPr lang="en-US" sz="2800" dirty="0">
                <a:solidFill>
                  <a:srgbClr val="000000"/>
                </a:solidFill>
                <a:latin typeface="+mj-lt"/>
              </a:rPr>
              <a:t>Jorge Plazas</a:t>
            </a:r>
            <a:endParaRPr lang="en-US" sz="2800" dirty="0">
              <a:solidFill>
                <a:srgbClr val="000000"/>
              </a:solidFill>
              <a:effectLst/>
              <a:latin typeface="+mj-lt"/>
            </a:endParaRPr>
          </a:p>
          <a:p>
            <a:r>
              <a:rPr lang="en-US" sz="2800" dirty="0">
                <a:solidFill>
                  <a:srgbClr val="000000"/>
                </a:solidFill>
                <a:latin typeface="+mj-lt"/>
              </a:rPr>
              <a:t>Mentor: Natalie Hawkins</a:t>
            </a:r>
            <a:endParaRPr lang="en-US" sz="2800" dirty="0">
              <a:solidFill>
                <a:srgbClr val="000000"/>
              </a:solidFill>
              <a:effectLst/>
              <a:latin typeface="+mj-lt"/>
            </a:endParaRPr>
          </a:p>
          <a:p>
            <a:endParaRPr lang="en-US" sz="2800" dirty="0">
              <a:solidFill>
                <a:srgbClr val="000000"/>
              </a:solidFill>
              <a:latin typeface="+mj-lt"/>
            </a:endParaRPr>
          </a:p>
          <a:p>
            <a:endParaRPr lang="en-US" sz="2800" dirty="0">
              <a:solidFill>
                <a:srgbClr val="000000"/>
              </a:solidFill>
              <a:effectLst/>
              <a:latin typeface="+mj-lt"/>
            </a:endParaRPr>
          </a:p>
          <a:p>
            <a:endParaRPr lang="en-US" sz="2800" dirty="0">
              <a:solidFill>
                <a:srgbClr val="000000"/>
              </a:solidFill>
              <a:effectLst/>
              <a:latin typeface="+mj-lt"/>
            </a:endParaRPr>
          </a:p>
        </p:txBody>
      </p:sp>
      <p:pic>
        <p:nvPicPr>
          <p:cNvPr id="14" name="Picture Placeholder 13" descr="A person sitting at a table with a computer&#10;&#10;AI-generated content may be incorrect.">
            <a:extLst>
              <a:ext uri="{FF2B5EF4-FFF2-40B4-BE49-F238E27FC236}">
                <a16:creationId xmlns:a16="http://schemas.microsoft.com/office/drawing/2014/main" id="{4EBB1B6A-C4FD-AE53-82F7-818FEB09B371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9225" t="-49" r="25545" b="49"/>
          <a:stretch>
            <a:fillRect/>
          </a:stretch>
        </p:blipFill>
        <p:spPr>
          <a:xfrm>
            <a:off x="12762103" y="685637"/>
            <a:ext cx="11049000" cy="12574587"/>
          </a:xfrm>
        </p:spPr>
      </p:pic>
      <p:pic>
        <p:nvPicPr>
          <p:cNvPr id="2" name="Picture 1" descr="A blue circle with black text and black text&#10;&#10;AI-generated content may be incorrect.">
            <a:extLst>
              <a:ext uri="{FF2B5EF4-FFF2-40B4-BE49-F238E27FC236}">
                <a16:creationId xmlns:a16="http://schemas.microsoft.com/office/drawing/2014/main" id="{663410AD-CD4F-91D7-C87B-17C7D89ED5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76702" y="2578690"/>
            <a:ext cx="2271606" cy="2271606"/>
          </a:xfrm>
          <a:prstGeom prst="ellipse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73751530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F0C6C-7A26-8320-6127-63F487FCA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CE482-C00B-41DE-600F-864B37E99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en-BR" dirty="0"/>
          </a:p>
        </p:txBody>
      </p:sp>
      <p:cxnSp>
        <p:nvCxnSpPr>
          <p:cNvPr id="6" name="Straight Connector 5" descr="Vertical column divider">
            <a:extLst>
              <a:ext uri="{FF2B5EF4-FFF2-40B4-BE49-F238E27FC236}">
                <a16:creationId xmlns:a16="http://schemas.microsoft.com/office/drawing/2014/main" id="{8B6F9FEB-C68D-823B-B133-B160AE8940C2}"/>
              </a:ext>
            </a:extLst>
          </p:cNvPr>
          <p:cNvCxnSpPr/>
          <p:nvPr/>
        </p:nvCxnSpPr>
        <p:spPr bwMode="auto">
          <a:xfrm>
            <a:off x="6096793" y="586908"/>
            <a:ext cx="0" cy="1139041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005275F8-D07F-A78B-55E4-F76D77E85BA4}"/>
              </a:ext>
            </a:extLst>
          </p:cNvPr>
          <p:cNvSpPr txBox="1"/>
          <p:nvPr/>
        </p:nvSpPr>
        <p:spPr>
          <a:xfrm>
            <a:off x="6673763" y="576890"/>
            <a:ext cx="8568212" cy="30162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>
            <a:spAutoFit/>
          </a:bodyPr>
          <a:lstStyle/>
          <a:p>
            <a:r>
              <a:rPr lang="en-US" sz="2800" b="1" dirty="0"/>
              <a:t>Scope</a:t>
            </a:r>
          </a:p>
          <a:p>
            <a:endParaRPr lang="en-US" sz="2800" b="1" dirty="0"/>
          </a:p>
          <a:p>
            <a:r>
              <a:rPr lang="en-US" sz="2800" b="1" dirty="0"/>
              <a:t>Deliverables</a:t>
            </a:r>
          </a:p>
          <a:p>
            <a:endParaRPr lang="en-US" sz="2800" b="1" dirty="0"/>
          </a:p>
          <a:p>
            <a:r>
              <a:rPr lang="en-US" sz="2800" b="1" dirty="0"/>
              <a:t>Progress</a:t>
            </a:r>
          </a:p>
          <a:p>
            <a:r>
              <a:rPr lang="en-US" sz="2800" b="1" dirty="0"/>
              <a:t> </a:t>
            </a:r>
          </a:p>
          <a:p>
            <a:endParaRPr lang="en-US" sz="2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F1FC24-9D68-46D2-9433-F5505FEE33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687555" y="12938839"/>
            <a:ext cx="123432" cy="246221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383127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23833-95D3-A375-3350-3474715A6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1" dirty="0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C9104-3D57-ED31-2A84-EE9A0C69597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24115713" y="12938125"/>
            <a:ext cx="271462" cy="247650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BC96D0F3-3213-5055-866A-A9C3F605DCD1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3708" r="2370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97118053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6A435-3365-25B1-6302-7FD3CC0B2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01802-9D4E-A1BF-2C42-A5C1781BA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</a:t>
            </a:r>
            <a:endParaRPr lang="en-BR" dirty="0"/>
          </a:p>
        </p:txBody>
      </p:sp>
      <p:cxnSp>
        <p:nvCxnSpPr>
          <p:cNvPr id="6" name="Straight Connector 5" descr="Vertical column divider">
            <a:extLst>
              <a:ext uri="{FF2B5EF4-FFF2-40B4-BE49-F238E27FC236}">
                <a16:creationId xmlns:a16="http://schemas.microsoft.com/office/drawing/2014/main" id="{51083E3C-0D48-1BFB-8D79-1B6D277F6D55}"/>
              </a:ext>
            </a:extLst>
          </p:cNvPr>
          <p:cNvCxnSpPr/>
          <p:nvPr/>
        </p:nvCxnSpPr>
        <p:spPr bwMode="auto">
          <a:xfrm>
            <a:off x="6096793" y="586908"/>
            <a:ext cx="0" cy="1139041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6EF8D9C-F26D-58E5-264A-A5BB853BE595}"/>
              </a:ext>
            </a:extLst>
          </p:cNvPr>
          <p:cNvSpPr txBox="1"/>
          <p:nvPr/>
        </p:nvSpPr>
        <p:spPr>
          <a:xfrm>
            <a:off x="6673763" y="576890"/>
            <a:ext cx="8568212" cy="2585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>
            <a:spAutoFit/>
          </a:bodyPr>
          <a:lstStyle/>
          <a:p>
            <a:r>
              <a:rPr lang="en-US" sz="2800" b="1" dirty="0"/>
              <a:t>Problems Solving</a:t>
            </a:r>
          </a:p>
          <a:p>
            <a:endParaRPr lang="en-US" sz="2800" b="1" dirty="0"/>
          </a:p>
          <a:p>
            <a:r>
              <a:rPr lang="en-US" sz="2800" b="1" dirty="0"/>
              <a:t>Goal of the Project</a:t>
            </a:r>
          </a:p>
          <a:p>
            <a:endParaRPr lang="en-US" sz="2800" b="1" dirty="0"/>
          </a:p>
          <a:p>
            <a:r>
              <a:rPr lang="en-US" sz="2800" b="1" dirty="0"/>
              <a:t> </a:t>
            </a:r>
          </a:p>
          <a:p>
            <a:endParaRPr lang="en-US" sz="2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17C138-8A68-EC8A-A17D-64945FCDBC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687555" y="12938839"/>
            <a:ext cx="123432" cy="246221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99956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EAB80-C8BF-666F-1861-5EDDDEB99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9A03D-AE93-B3ED-A338-41A93ADAE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1" dirty="0"/>
              <a:t>Deliverables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15DA9-5E81-DCD4-E28C-1B8D2C18C8A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24115713" y="12938125"/>
            <a:ext cx="271462" cy="247650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086A09BD-EA7A-16D7-C71E-7BF09BE4F94D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3708" r="2370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73604581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E348A-2FCA-27E3-392B-E031910EB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EDD9F-EBFA-6F90-089D-DE925CC71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Deliverables</a:t>
            </a:r>
            <a:endParaRPr lang="en-BR" dirty="0"/>
          </a:p>
        </p:txBody>
      </p:sp>
      <p:cxnSp>
        <p:nvCxnSpPr>
          <p:cNvPr id="6" name="Straight Connector 5" descr="Vertical column divider">
            <a:extLst>
              <a:ext uri="{FF2B5EF4-FFF2-40B4-BE49-F238E27FC236}">
                <a16:creationId xmlns:a16="http://schemas.microsoft.com/office/drawing/2014/main" id="{06B7240B-752A-7B2E-9F9D-D93C12AAFB8E}"/>
              </a:ext>
            </a:extLst>
          </p:cNvPr>
          <p:cNvCxnSpPr/>
          <p:nvPr/>
        </p:nvCxnSpPr>
        <p:spPr bwMode="auto">
          <a:xfrm>
            <a:off x="6096793" y="586908"/>
            <a:ext cx="0" cy="1139041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0B725B2-3B0D-7892-8301-00E25A8B4171}"/>
              </a:ext>
            </a:extLst>
          </p:cNvPr>
          <p:cNvSpPr txBox="1"/>
          <p:nvPr/>
        </p:nvSpPr>
        <p:spPr>
          <a:xfrm>
            <a:off x="6673763" y="576890"/>
            <a:ext cx="8568212" cy="30162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>
            <a:spAutoFit/>
          </a:bodyPr>
          <a:lstStyle/>
          <a:p>
            <a:r>
              <a:rPr lang="en-US" sz="2800" b="1" dirty="0"/>
              <a:t>MVP</a:t>
            </a:r>
          </a:p>
          <a:p>
            <a:endParaRPr lang="en-US" sz="2800" b="1" dirty="0"/>
          </a:p>
          <a:p>
            <a:r>
              <a:rPr lang="en-US" sz="2800" b="1" dirty="0"/>
              <a:t>Deliverables</a:t>
            </a:r>
          </a:p>
          <a:p>
            <a:endParaRPr lang="en-US" sz="2800" b="1" dirty="0"/>
          </a:p>
          <a:p>
            <a:endParaRPr lang="en-US" sz="2800" b="1" dirty="0"/>
          </a:p>
          <a:p>
            <a:r>
              <a:rPr lang="en-US" sz="2800" b="1" dirty="0"/>
              <a:t> </a:t>
            </a:r>
          </a:p>
          <a:p>
            <a:endParaRPr lang="en-US" sz="2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DA67BC-E2E1-5E01-939B-AEA5E406EC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687555" y="12938839"/>
            <a:ext cx="123432" cy="246221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291447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E192F-851D-841B-248E-178544165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E8D09-7681-6B99-3214-881E952F1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1" dirty="0"/>
              <a:t>Progress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A0C8A-21FA-AC29-808D-6B64C554E4E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24115713" y="12938125"/>
            <a:ext cx="271462" cy="247650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5" name="Picture Placeholder 6">
            <a:extLst>
              <a:ext uri="{FF2B5EF4-FFF2-40B4-BE49-F238E27FC236}">
                <a16:creationId xmlns:a16="http://schemas.microsoft.com/office/drawing/2014/main" id="{30DB1BE7-D055-6D0D-8B3F-187E7203863F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3708" r="2370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61474362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311B2-5093-DAA7-70E5-BD67C13BF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DE1F5-5BD8-65BA-584F-C629DF7F4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Progress</a:t>
            </a:r>
            <a:endParaRPr lang="en-BR" dirty="0"/>
          </a:p>
        </p:txBody>
      </p:sp>
      <p:cxnSp>
        <p:nvCxnSpPr>
          <p:cNvPr id="6" name="Straight Connector 5" descr="Vertical column divider">
            <a:extLst>
              <a:ext uri="{FF2B5EF4-FFF2-40B4-BE49-F238E27FC236}">
                <a16:creationId xmlns:a16="http://schemas.microsoft.com/office/drawing/2014/main" id="{9725CE7C-249E-7304-2BE5-62B31972D6D4}"/>
              </a:ext>
            </a:extLst>
          </p:cNvPr>
          <p:cNvCxnSpPr/>
          <p:nvPr/>
        </p:nvCxnSpPr>
        <p:spPr bwMode="auto">
          <a:xfrm>
            <a:off x="6096793" y="586908"/>
            <a:ext cx="0" cy="1139041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DDA738D-AC6C-0D69-F0D5-C501E609733D}"/>
              </a:ext>
            </a:extLst>
          </p:cNvPr>
          <p:cNvSpPr txBox="1"/>
          <p:nvPr/>
        </p:nvSpPr>
        <p:spPr>
          <a:xfrm>
            <a:off x="6673763" y="576890"/>
            <a:ext cx="8568212" cy="38779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>
            <a:spAutoFit/>
          </a:bodyPr>
          <a:lstStyle/>
          <a:p>
            <a:r>
              <a:rPr lang="en-US" sz="2800" b="1" dirty="0"/>
              <a:t>Approach</a:t>
            </a:r>
          </a:p>
          <a:p>
            <a:endParaRPr lang="en-US" sz="2800" b="1" dirty="0"/>
          </a:p>
          <a:p>
            <a:r>
              <a:rPr lang="en-US" sz="2800" b="1" dirty="0"/>
              <a:t>Methodology</a:t>
            </a:r>
          </a:p>
          <a:p>
            <a:endParaRPr lang="en-US" sz="2800" b="1" dirty="0"/>
          </a:p>
          <a:p>
            <a:r>
              <a:rPr lang="en-US" sz="2800" b="1" dirty="0"/>
              <a:t>Next Steps</a:t>
            </a:r>
          </a:p>
          <a:p>
            <a:endParaRPr lang="en-US" sz="2800" b="1" dirty="0"/>
          </a:p>
          <a:p>
            <a:endParaRPr lang="en-US" sz="2800" b="1" dirty="0"/>
          </a:p>
          <a:p>
            <a:r>
              <a:rPr lang="en-US" sz="2800" b="1" dirty="0"/>
              <a:t> </a:t>
            </a:r>
          </a:p>
          <a:p>
            <a:endParaRPr lang="en-US" sz="2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155DB6-DB06-38BF-1E12-4BCE288B74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687555" y="12938839"/>
            <a:ext cx="123432" cy="246221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84076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circle with black text and black text&#10;&#10;AI-generated content may be incorrect.">
            <a:extLst>
              <a:ext uri="{FF2B5EF4-FFF2-40B4-BE49-F238E27FC236}">
                <a16:creationId xmlns:a16="http://schemas.microsoft.com/office/drawing/2014/main" id="{81B31AB2-A7BE-5410-8BCA-6791EF78B8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1400" y="4686300"/>
            <a:ext cx="434340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220500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Quantum_Presentation_Template_Plex_Embed" id="{E751D091-48B7-B947-A3EB-61D5938A941E}" vid="{BBD60A32-9C2D-5B41-BB36-F4AA98EC1F0C}"/>
    </a:ext>
  </a:extLst>
</a:theme>
</file>

<file path=ppt/theme/theme2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ppt/theme/theme3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IBM presentation template</Template>
  <TotalTime>8476</TotalTime>
  <Words>66</Words>
  <Application>Microsoft Office PowerPoint</Application>
  <PresentationFormat>Custom</PresentationFormat>
  <Paragraphs>53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IBM Plex Sans</vt:lpstr>
      <vt:lpstr>IBM Plex Sans ExtLt</vt:lpstr>
      <vt:lpstr>IBM Plex Sans Light</vt:lpstr>
      <vt:lpstr>IBM Plex Sans Medm</vt:lpstr>
      <vt:lpstr>IBM presentation template</vt:lpstr>
      <vt:lpstr>QAMP 2025 Qiskit-QCBMs #64 </vt:lpstr>
      <vt:lpstr>Agenda</vt:lpstr>
      <vt:lpstr>Scope</vt:lpstr>
      <vt:lpstr>Scope</vt:lpstr>
      <vt:lpstr>Deliverables</vt:lpstr>
      <vt:lpstr>Deliverables</vt:lpstr>
      <vt:lpstr>Progress</vt:lpstr>
      <vt:lpstr>Progress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Astri Cornish</dc:creator>
  <cp:keywords/>
  <dc:description/>
  <cp:lastModifiedBy>Natalie Hawkins</cp:lastModifiedBy>
  <cp:revision>639</cp:revision>
  <cp:lastPrinted>2025-10-11T09:50:12Z</cp:lastPrinted>
  <dcterms:created xsi:type="dcterms:W3CDTF">2025-09-23T00:17:24Z</dcterms:created>
  <dcterms:modified xsi:type="dcterms:W3CDTF">2025-11-08T19:53:46Z</dcterms:modified>
  <cp:category/>
</cp:coreProperties>
</file>